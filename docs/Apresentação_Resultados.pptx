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90"/>
  </p:normalViewPr>
  <p:slideViewPr>
    <p:cSldViewPr snapToGrid="0">
      <p:cViewPr varScale="1">
        <p:scale>
          <a:sx n="90" d="100"/>
          <a:sy n="90" d="100"/>
        </p:scale>
        <p:origin x="33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T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C0178-B3B8-46BB-097A-6F77A60ED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T" sz="6000" dirty="0"/>
              <a:t>Armazenamento para big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79C8C-FF6B-179C-3FE0-F1F3095B5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79" y="3635376"/>
            <a:ext cx="8637072" cy="1642680"/>
          </a:xfrm>
        </p:spPr>
        <p:txBody>
          <a:bodyPr>
            <a:normAutofit fontScale="92500" lnSpcReduction="20000"/>
          </a:bodyPr>
          <a:lstStyle/>
          <a:p>
            <a:r>
              <a:rPr lang="en-PT" sz="1600" dirty="0"/>
              <a:t>   </a:t>
            </a:r>
            <a:r>
              <a:rPr lang="en-PT" sz="2400" dirty="0"/>
              <a:t>Apresentação dos resultados                                      </a:t>
            </a:r>
          </a:p>
          <a:p>
            <a:pPr algn="r"/>
            <a:r>
              <a:rPr lang="en-PT" sz="1600" dirty="0"/>
              <a:t>Gonçalo ferreira, nº130630</a:t>
            </a:r>
          </a:p>
          <a:p>
            <a:pPr algn="r"/>
            <a:r>
              <a:rPr lang="en-GB" sz="1600" dirty="0"/>
              <a:t>R</a:t>
            </a:r>
            <a:r>
              <a:rPr lang="en-PT" sz="1600" dirty="0"/>
              <a:t>afael azevedo, nº130617</a:t>
            </a:r>
          </a:p>
          <a:p>
            <a:pPr algn="r"/>
            <a:r>
              <a:rPr lang="en-GB" sz="1600" dirty="0"/>
              <a:t>R</a:t>
            </a:r>
            <a:r>
              <a:rPr lang="en-PT" sz="1600" dirty="0"/>
              <a:t>odrigo silva, nº130637</a:t>
            </a:r>
          </a:p>
        </p:txBody>
      </p:sp>
      <p:pic>
        <p:nvPicPr>
          <p:cNvPr id="1026" name="Picture 2" descr="Iscte Conhecimento e Inovação – Centro de valorização do conhecimento e  transferência de tecnologia que combina as ciências sociais e humanas com  as tecnologias digitais">
            <a:extLst>
              <a:ext uri="{FF2B5EF4-FFF2-40B4-BE49-F238E27FC236}">
                <a16:creationId xmlns:a16="http://schemas.microsoft.com/office/drawing/2014/main" id="{B69BF583-04B0-23BF-0D67-E1D0DF386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546" y="0"/>
            <a:ext cx="2836454" cy="83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4596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ção de Conteúdo 5" descr="Uma imagem com texto, captura de ecrã, número, Tipo de letra">
            <a:extLst>
              <a:ext uri="{FF2B5EF4-FFF2-40B4-BE49-F238E27FC236}">
                <a16:creationId xmlns:a16="http://schemas.microsoft.com/office/drawing/2014/main" id="{E279D0CD-A25B-30A8-B945-819D30883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5867" y="2407258"/>
            <a:ext cx="8354591" cy="2667372"/>
          </a:xfrm>
          <a:prstGeom prst="rect">
            <a:avLst/>
          </a:prstGeom>
        </p:spPr>
      </p:pic>
      <p:pic>
        <p:nvPicPr>
          <p:cNvPr id="4" name="Picture 2" descr="Iscte Conhecimento e Inovação – Centro de valorização do conhecimento e  transferência de tecnologia que combina as ciências sociais e humanas com  as tecnologias digitais">
            <a:extLst>
              <a:ext uri="{FF2B5EF4-FFF2-40B4-BE49-F238E27FC236}">
                <a16:creationId xmlns:a16="http://schemas.microsoft.com/office/drawing/2014/main" id="{72B2C5A4-6962-DB5B-D1E1-300B9E547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546" y="0"/>
            <a:ext cx="2836454" cy="83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81D1700-1892-DCC1-0C72-5DDCBF6244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71545" y="982962"/>
            <a:ext cx="1056334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T" altLang="en-PT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Estatísticas por país (número de jogadores, torneios e rondas)</a:t>
            </a:r>
            <a:endParaRPr kumimoji="0" lang="en-PT" altLang="en-PT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3590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scte Conhecimento e Inovação – Centro de valorização do conhecimento e  transferência de tecnologia que combina as ciências sociais e humanas com  as tecnologias digitais">
            <a:extLst>
              <a:ext uri="{FF2B5EF4-FFF2-40B4-BE49-F238E27FC236}">
                <a16:creationId xmlns:a16="http://schemas.microsoft.com/office/drawing/2014/main" id="{491ED372-5926-BD6F-3E4B-451A21D52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546" y="0"/>
            <a:ext cx="2836454" cy="83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570A67D5-69C7-8CD0-BB7F-510F126D88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8485" y="969514"/>
            <a:ext cx="111494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T" altLang="en-PT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Identificação do Top 10 de jogadores por percentagem de vitórias</a:t>
            </a:r>
            <a:endParaRPr kumimoji="0" lang="en-PT" altLang="en-P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307BD5-E3F0-3AE9-FA7E-1C0670E60C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088" y="2016125"/>
            <a:ext cx="4420148" cy="344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141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ção de Conteúdo 5" descr="Uma imagem com texto, captura de ecrã&#10;&#10;Os conteúdos gerados por IA podem estar incorretos.">
            <a:extLst>
              <a:ext uri="{FF2B5EF4-FFF2-40B4-BE49-F238E27FC236}">
                <a16:creationId xmlns:a16="http://schemas.microsoft.com/office/drawing/2014/main" id="{598060FE-A44A-919D-7262-E32CCA246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1886" y="2016125"/>
            <a:ext cx="4242553" cy="344963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5AD799F-A2A9-5D0F-C058-C8F81D03B7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10434" y="996408"/>
            <a:ext cx="1048556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T" altLang="en-PT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Análise de jogadores esquerdinos em torneios do Grand Slam</a:t>
            </a:r>
            <a:endParaRPr kumimoji="0" lang="en-PT" altLang="en-P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5" name="Picture 2" descr="Iscte Conhecimento e Inovação – Centro de valorização do conhecimento e  transferência de tecnologia que combina as ciências sociais e humanas com  as tecnologias digitais">
            <a:extLst>
              <a:ext uri="{FF2B5EF4-FFF2-40B4-BE49-F238E27FC236}">
                <a16:creationId xmlns:a16="http://schemas.microsoft.com/office/drawing/2014/main" id="{324535B6-A78B-BB19-5D28-E4EC9A12B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546" y="0"/>
            <a:ext cx="2836454" cy="83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1185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ção de Conteúdo 4" descr="Uma imagem com texto, captura de ecrã, Tipo de letra, menu&#10;&#10;Os conteúdos gerados por IA podem estar incorretos.">
            <a:extLst>
              <a:ext uri="{FF2B5EF4-FFF2-40B4-BE49-F238E27FC236}">
                <a16:creationId xmlns:a16="http://schemas.microsoft.com/office/drawing/2014/main" id="{CB8485E0-FF7D-B563-7638-AC5542723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9548" y="2016125"/>
            <a:ext cx="2587228" cy="3449638"/>
          </a:xfrm>
        </p:spPr>
      </p:pic>
      <p:pic>
        <p:nvPicPr>
          <p:cNvPr id="4" name="Picture 2" descr="Iscte Conhecimento e Inovação – Centro de valorização do conhecimento e  transferência de tecnologia que combina as ciências sociais e humanas com  as tecnologias digitais">
            <a:extLst>
              <a:ext uri="{FF2B5EF4-FFF2-40B4-BE49-F238E27FC236}">
                <a16:creationId xmlns:a16="http://schemas.microsoft.com/office/drawing/2014/main" id="{E1E147C1-74CE-8685-C0F4-171836D16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546" y="0"/>
            <a:ext cx="2836454" cy="83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728669-A900-984A-F832-D5C976783740}"/>
              </a:ext>
            </a:extLst>
          </p:cNvPr>
          <p:cNvSpPr txBox="1"/>
          <p:nvPr/>
        </p:nvSpPr>
        <p:spPr>
          <a:xfrm>
            <a:off x="531492" y="1005137"/>
            <a:ext cx="114434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 err="1">
                <a:solidFill>
                  <a:srgbClr val="000000"/>
                </a:solidFill>
                <a:effectLst/>
              </a:rPr>
              <a:t>Desempenho</a:t>
            </a:r>
            <a:r>
              <a:rPr lang="en-GB" sz="3200" b="0" i="0" u="none" strike="noStrike" dirty="0">
                <a:solidFill>
                  <a:srgbClr val="000000"/>
                </a:solidFill>
                <a:effectLst/>
              </a:rPr>
              <a:t> dos </a:t>
            </a:r>
            <a:r>
              <a:rPr lang="en-GB" sz="3200" b="0" i="0" u="none" strike="noStrike" dirty="0" err="1">
                <a:solidFill>
                  <a:srgbClr val="000000"/>
                </a:solidFill>
                <a:effectLst/>
              </a:rPr>
              <a:t>melhores</a:t>
            </a:r>
            <a:r>
              <a:rPr lang="en-GB" sz="32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3200" b="0" i="0" u="none" strike="noStrike" dirty="0" err="1">
                <a:solidFill>
                  <a:srgbClr val="000000"/>
                </a:solidFill>
                <a:effectLst/>
              </a:rPr>
              <a:t>jogadores</a:t>
            </a:r>
            <a:r>
              <a:rPr lang="en-GB" sz="32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3200" b="0" i="0" u="none" strike="noStrike" dirty="0" err="1">
                <a:solidFill>
                  <a:srgbClr val="000000"/>
                </a:solidFill>
                <a:effectLst/>
              </a:rPr>
              <a:t>em</a:t>
            </a:r>
            <a:r>
              <a:rPr lang="en-GB" sz="32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3200" b="0" i="0" u="none" strike="noStrike" dirty="0" err="1">
                <a:solidFill>
                  <a:srgbClr val="000000"/>
                </a:solidFill>
                <a:effectLst/>
              </a:rPr>
              <a:t>piso</a:t>
            </a:r>
            <a:r>
              <a:rPr lang="en-GB" sz="32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3200" b="0" i="0" u="none" strike="noStrike" dirty="0" err="1">
                <a:solidFill>
                  <a:srgbClr val="000000"/>
                </a:solidFill>
                <a:effectLst/>
              </a:rPr>
              <a:t>duro</a:t>
            </a:r>
            <a:r>
              <a:rPr lang="en-GB" sz="3200" b="0" i="0" u="none" strike="noStrike" dirty="0">
                <a:solidFill>
                  <a:srgbClr val="000000"/>
                </a:solidFill>
                <a:effectLst/>
              </a:rPr>
              <a:t> (Hard Ground)</a:t>
            </a:r>
            <a:endParaRPr lang="en-PT" sz="3200" dirty="0"/>
          </a:p>
        </p:txBody>
      </p:sp>
    </p:spTree>
    <p:extLst>
      <p:ext uri="{BB962C8B-B14F-4D97-AF65-F5344CB8AC3E}">
        <p14:creationId xmlns:p14="http://schemas.microsoft.com/office/powerpoint/2010/main" val="4720457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41</TotalTime>
  <Words>64</Words>
  <Application>Microsoft Office PowerPoint</Application>
  <PresentationFormat>Ecrã Panorâmico</PresentationFormat>
  <Paragraphs>9</Paragraphs>
  <Slides>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Gallery</vt:lpstr>
      <vt:lpstr>Armazenamento para big data</vt:lpstr>
      <vt:lpstr>Estatísticas por país (número de jogadores, torneios e rondas)</vt:lpstr>
      <vt:lpstr>Identificação do Top 10 de jogadores por percentagem de vitórias</vt:lpstr>
      <vt:lpstr>Análise de jogadores esquerdinos em torneios do Grand Slam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Silva</dc:creator>
  <cp:lastModifiedBy>Rafael Azevedo</cp:lastModifiedBy>
  <cp:revision>4</cp:revision>
  <dcterms:created xsi:type="dcterms:W3CDTF">2025-12-10T17:12:26Z</dcterms:created>
  <dcterms:modified xsi:type="dcterms:W3CDTF">2025-12-12T10:48:18Z</dcterms:modified>
</cp:coreProperties>
</file>